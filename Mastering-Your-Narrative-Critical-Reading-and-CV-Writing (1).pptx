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Syne"/>
      <p:regular r:id="rId15"/>
    </p:embeddedFont>
    <p:embeddedFont>
      <p:font typeface="Syne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  <p:embeddedFont>
      <p:font typeface="Arim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Mastering Your Narrative: Critical Reading &amp; CV Writing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Unlock your potential in academic and professional spheres by mastering the art of critical reading and crafting impactful CVs.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08785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Decoding Information: The Power of Critical Reading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595568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493181"/>
            <a:ext cx="30434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Active Engagement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988719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Move beyond passive reception. Interrogate texts by asking questions about purpose, audience, and underlying assumptions.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776" y="3595568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44931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Bias Detection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4988719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potential biases, perspectives, and hidden agendas within the material. Consider the source and its credibility.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828" y="3595568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4493181"/>
            <a:ext cx="32433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Synthesise Concepts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4988719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Connect new information with existing knowledge. Evaluate arguments and evidence to form your own informed conclusions.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200" y="506968"/>
            <a:ext cx="11622048" cy="54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Practical Strategies for Effective Critical Reading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5200" y="1491377"/>
            <a:ext cx="64450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Pre-reading: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Skim the text, headings, and summaries to grasp the main ideas and structure.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5200" y="2145387"/>
            <a:ext cx="64450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Annotate: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Highlight key points, jot down questions, and summarise paragraphs in the margins.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5200" y="2799398"/>
            <a:ext cx="64450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Questioning: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Challenge the author's claims, look for unsupported assertions, and consider counter-arguments.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7729" y="1532811"/>
            <a:ext cx="6445091" cy="6445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39466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Bridging the Gap: How Reading Shapes Your Writing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326249"/>
            <a:ext cx="4318278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5230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5018603"/>
            <a:ext cx="38396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Critical reading enhances your ability to express ideas clearly and concisely, mirroring well-structured arguments.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02" y="3326249"/>
            <a:ext cx="4318278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5317" y="45230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Argumentation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95317" y="5018603"/>
            <a:ext cx="38396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By analysing strong arguments, you learn to construct compelling and logically sound arguments in your own writing.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79" y="3326249"/>
            <a:ext cx="4318278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3595" y="45230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Vocabulary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3595" y="5018603"/>
            <a:ext cx="38396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Exposure to diverse texts expands your vocabulary and improves your linguistic precision, vital for impactful communication.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67157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Your Professional Blueprint: Essential CV Components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53941"/>
            <a:ext cx="12954952" cy="4208502"/>
          </a:xfrm>
          <a:prstGeom prst="roundRect">
            <a:avLst>
              <a:gd name="adj" fmla="val 85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2961561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3112770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Contact Information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970383" y="3112770"/>
            <a:ext cx="85753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Name, phone, email, LinkedIn profile (if applicable).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45344" y="3647003"/>
            <a:ext cx="12939713" cy="10684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84659" y="3798213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Personal Statement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970383" y="3798213"/>
            <a:ext cx="857535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concise summary of your skills, experience, and career aspirations (2-4 sentences).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45344" y="4715470"/>
            <a:ext cx="12939713" cy="10684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84659" y="4866680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 Experience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970383" y="4866680"/>
            <a:ext cx="857535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Chronological list of previous roles, responsibilities, and key achievements using action verbs.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45344" y="5783937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84659" y="5935147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Education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970383" y="5935147"/>
            <a:ext cx="85753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Degrees, institutions, dates, and relevant modules or thesis titles.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45344" y="646938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84659" y="6620589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Skills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970383" y="6620589"/>
            <a:ext cx="85753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Technical skills, languages, and soft skills relevant to the target role.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68028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Beyond the Basics: Tailoring Your CV for UK Employers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583305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4" name="Shape 2"/>
          <p:cNvSpPr/>
          <p:nvPr/>
        </p:nvSpPr>
        <p:spPr>
          <a:xfrm>
            <a:off x="2557998" y="325481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806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3382" y="3434358"/>
            <a:ext cx="287179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7519" y="4212193"/>
            <a:ext cx="361914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 on Achievements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07519" y="5059680"/>
            <a:ext cx="361914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Quantify your accomplishments with numbers and metrics whenever possible. (e.g., "Increased sales by 15%").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3583305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9" name="Shape 6"/>
          <p:cNvSpPr/>
          <p:nvPr/>
        </p:nvSpPr>
        <p:spPr>
          <a:xfrm>
            <a:off x="6956048" y="325481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8061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432" y="3434358"/>
            <a:ext cx="287179" cy="3589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5569" y="42121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Target Keywords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05569" y="4707731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Incorporate keywords from the job description to align with Applicant Tracking Systems (ATS).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3583305"/>
            <a:ext cx="4158853" cy="12192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1354217" y="325481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8061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601" y="3434358"/>
            <a:ext cx="287179" cy="3589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03619" y="42121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UK Specifics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03619" y="4707731"/>
            <a:ext cx="36192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Avoid including personal details like age, marital status, or a photo unless specifically requested.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03653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Common CV Mistakes and How to Avoid Them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490436"/>
            <a:ext cx="12954952" cy="3135392"/>
          </a:xfrm>
          <a:prstGeom prst="roundRect">
            <a:avLst>
              <a:gd name="adj" fmla="val 1145"/>
            </a:avLst>
          </a:prstGeom>
          <a:solidFill>
            <a:srgbClr val="45070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3846790"/>
            <a:ext cx="299204" cy="2393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559" y="3789521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Typos and Grammatical Errors: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Always proofread meticulously. A single error can undermine credibility.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615559" y="4256246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Generic CVs: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Tailor your CV for each application; generic CVs rarely impress.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615559" y="4722971"/>
            <a:ext cx="119378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Excessive Length: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Aim for two pages maximum for experienced professionals; one page for recent graduates.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615559" y="5572720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Quantification: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Describe your impact with specific results, not just duties.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615559" y="6039445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Unprofessional Email Address: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 a professional email address for all job applications.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7858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Final Thoughts: Continuing Your Professional Journey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4960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Critical reading and effective CV writing are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lifelong skills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that empower your personal and professional growth.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48485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Continuously refine these abilities to navigate complex information and secure new opportunities.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2025-07-16T10:50:53Z</dcterms:created>
  <dcterms:modified xsi:type="dcterms:W3CDTF">2025-07-16T10:50:53Z</dcterms:modified>
</cp:coreProperties>
</file>